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2" r:id="rId11"/>
    <p:sldId id="28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5" r:id="rId20"/>
    <p:sldId id="272" r:id="rId21"/>
    <p:sldId id="273" r:id="rId22"/>
    <p:sldId id="279" r:id="rId23"/>
    <p:sldId id="276" r:id="rId24"/>
    <p:sldId id="277" r:id="rId25"/>
    <p:sldId id="278" r:id="rId26"/>
    <p:sldId id="280" r:id="rId27"/>
    <p:sldId id="281" r:id="rId28"/>
    <p:sldId id="284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1D8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D0F64-4B0F-4FEF-92EB-450560FC76A1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714F35-CDAE-4A42-A00A-98F328078F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1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E05D5-F4EF-5558-9D6B-6EFF57E26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9C6B3F-7037-4005-FB64-6A1F356C1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58557B-22E0-4A73-030D-4666B22A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B9C3C0-6172-4DA3-E37C-1AF01AD84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C20C4-E004-7514-FD56-DA1D3A565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2033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7AB04-4788-377D-FDD5-65C9C5F8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C3E41B-B44B-7955-1B1B-BD862DA11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1678AE-E1BC-FFA2-D114-2EC5B4E3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648DF6-95B2-9944-D1F3-2E5A098B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D0B299-A871-87CE-0395-B3AEB02E2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8635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06B726-BE6B-3C20-81F1-FE38FE2A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32B44A-14B7-57C8-B320-6DEFE87F0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1ECC40-5D9E-9E2E-BB77-BB8871728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8C1DD2-C649-9BC9-6D30-5E6C3390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4338A2-9682-0182-4480-06A5D8B7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5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BC895-E69D-2E42-60B5-857E4D5F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80D2FE-DB5E-F05D-5DA3-1BB2C9B46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FB9CFD-5B26-FD38-7786-83AF5446D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EA3E4B-4336-B963-8B65-20E86B0F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5E7C33-2F07-2FD6-CEE0-12639486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03DAE5-7BA8-34A7-6142-7542173F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23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13BD4-CE08-6E35-32F3-A4B905C9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B7D676-AF67-EF65-B8DA-08032202E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7A79DF-044A-EC55-4EF1-91DD05657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E1D640-D480-24EB-0871-9AA25E1A3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A1ED8E-268B-4F10-AFBD-84FC6290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08223F4-8CD8-5888-1AA5-8251CAC9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379BC31-C5A8-3730-C871-9B549EAF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86DE10-46F1-B69A-93BD-69D761BD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103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15905-5C95-694F-9147-8C40058B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E1B9B98-C6BB-BE0B-AF3D-CC5AA1CD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643879D-C0E6-EB49-4322-A0C1B2A6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2590A7E-6124-AD04-E1A4-0A69AFDD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D3EBB2-3CA9-98DD-B15E-C3092848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042F1A-8F65-6C4B-33D6-55D07DEA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C8A40C-ED72-DC5B-5324-74FD1D40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361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EF28B-9314-70C0-AC7A-5E85AFEC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B483C7-B0BC-B583-71F7-E7994EE7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8E451B-D5ED-3844-0E7C-023C05278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C027B5-BB2C-469D-90C1-BACD6D08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FDB5C8-0420-4159-8CE5-01BA15CE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0176B5-1C70-D610-06DC-A19F2666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16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ADBDC-4AB5-BD29-8F07-DA46BBBB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09F074-0C66-D6AC-311C-905755C5A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0F0716-C555-D7DC-A917-85C71534A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C80DB8-CB8B-743A-1673-5DC2E032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3FE3BF-B84E-F84C-5776-AFC0F135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6384FD-667E-1ED3-E488-50D2F1F4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09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23DDF-EA80-AA5F-58EE-A8DAF7C5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60AFC2-25D6-1359-835C-70540F5B7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CE13C7-8D7B-59AE-C925-01C6FB8A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FDD95D-1093-F1DF-DA60-299BEE04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B76C57-CA0B-C6DD-029F-AFC6033E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088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DE5887-919C-4E86-F522-0A73569E3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DB65E9-F2EB-78D5-2912-4A92CFC71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DE29A9-3A12-1EF1-38B2-D1231C18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ECF37B-E9DF-C1AC-FC71-B2C20049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A2438-3EAA-D202-49E0-BD61F895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416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499148-1A60-447F-0FBD-E7CBACF3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D849A0-635B-22D9-62F3-75563FB06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223560-E944-35C7-B2D5-09D7F44503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4CA64-B117-4B6A-A9CB-AECB0CC12B1B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AB6C9C-84E4-8D51-CDD4-4CA46FA09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0AC1A3-E795-003E-74B0-8D61A24F6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05B85-0BB6-41FC-A803-D6C0DA881A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936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E53BE2F-DA0C-B1FF-E8A6-37BEB62C6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  <a14:imgEffect>
                      <a14:brightnessContrast bright="-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95" b="1390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0F42166-63A1-6C13-CFB2-E94A450E7ED8}"/>
              </a:ext>
            </a:extLst>
          </p:cNvPr>
          <p:cNvSpPr txBox="1"/>
          <p:nvPr/>
        </p:nvSpPr>
        <p:spPr>
          <a:xfrm>
            <a:off x="986364" y="1803289"/>
            <a:ext cx="102192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Vocês produzem os fatos, </a:t>
            </a:r>
          </a:p>
          <a:p>
            <a:pPr algn="ctr"/>
            <a:r>
              <a:rPr lang="pt-BR" sz="7200" dirty="0">
                <a:solidFill>
                  <a:schemeClr val="bg1"/>
                </a:solidFill>
                <a:latin typeface="Bernard MT Condensed" panose="02050806060905020404" pitchFamily="18" charset="0"/>
              </a:rPr>
              <a:t>o Notícias SFC os transforma em notícia</a:t>
            </a:r>
          </a:p>
        </p:txBody>
      </p:sp>
    </p:spTree>
    <p:extLst>
      <p:ext uri="{BB962C8B-B14F-4D97-AF65-F5344CB8AC3E}">
        <p14:creationId xmlns:p14="http://schemas.microsoft.com/office/powerpoint/2010/main" val="3560200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41BC0A1-AE1A-45A1-D947-7308F09B7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9500D19-6516-F3C8-4859-36D6F646A544}"/>
              </a:ext>
            </a:extLst>
          </p:cNvPr>
          <p:cNvGrpSpPr/>
          <p:nvPr/>
        </p:nvGrpSpPr>
        <p:grpSpPr>
          <a:xfrm>
            <a:off x="398835" y="919825"/>
            <a:ext cx="6099240" cy="646331"/>
            <a:chOff x="622570" y="443170"/>
            <a:chExt cx="6099240" cy="646331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A60B2FC-81B1-6A26-AE5A-EE6B686610F8}"/>
                </a:ext>
              </a:extLst>
            </p:cNvPr>
            <p:cNvSpPr/>
            <p:nvPr/>
          </p:nvSpPr>
          <p:spPr>
            <a:xfrm>
              <a:off x="622570" y="737154"/>
              <a:ext cx="6099240" cy="31558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" name="CaixaDeTexto 1">
              <a:extLst>
                <a:ext uri="{FF2B5EF4-FFF2-40B4-BE49-F238E27FC236}">
                  <a16:creationId xmlns:a16="http://schemas.microsoft.com/office/drawing/2014/main" id="{E497A669-6FD3-186F-6CA8-00A41C6B2572}"/>
                </a:ext>
              </a:extLst>
            </p:cNvPr>
            <p:cNvSpPr txBox="1"/>
            <p:nvPr/>
          </p:nvSpPr>
          <p:spPr>
            <a:xfrm>
              <a:off x="622570" y="443170"/>
              <a:ext cx="54734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3600" b="1" dirty="0">
                  <a:solidFill>
                    <a:schemeClr val="bg1"/>
                  </a:solidFill>
                </a:rPr>
                <a:t>O que é o Notícias SFC?</a:t>
              </a:r>
              <a:endParaRPr lang="pt-BR" sz="3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8C711B-EF56-4DEB-7D4D-3493F3C93D62}"/>
              </a:ext>
            </a:extLst>
          </p:cNvPr>
          <p:cNvSpPr txBox="1"/>
          <p:nvPr/>
        </p:nvSpPr>
        <p:spPr>
          <a:xfrm>
            <a:off x="398835" y="4134255"/>
            <a:ext cx="10582962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Portal de notícias da SFC na Intranet da ANTAQ; 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Espaço para a divulgação das ações, operações, cursos e resultados; 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</a:rPr>
              <a:t>Canal para aproximar a sede, as gerências e as unidades regionais; </a:t>
            </a:r>
          </a:p>
          <a:p>
            <a:pPr marL="457200" lvl="0" indent="-457200" fontAlgn="base">
              <a:buFont typeface="Arial" panose="020B0604020202020204" pitchFamily="34" charset="0"/>
              <a:buChar char="•"/>
            </a:pPr>
            <a:r>
              <a:rPr lang="pt-BR" sz="2800" b="1" i="1" dirty="0">
                <a:solidFill>
                  <a:schemeClr val="bg1"/>
                </a:solidFill>
              </a:rPr>
              <a:t>Ferramenta de valorização do trabalho dos fiscais.</a:t>
            </a:r>
            <a:r>
              <a:rPr lang="pt-BR" sz="2800" dirty="0">
                <a:solidFill>
                  <a:schemeClr val="bg1"/>
                </a:solidFill>
              </a:rPr>
              <a:t> 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047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AAFDA3A-6931-1BF4-9A9B-93A95582D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895C41E-299A-B96B-2050-994C38E8C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3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323BD42-6D27-E6B5-F2D9-B3BD0DEB4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5CC2157-1F93-0F74-3169-969B8548CA73}"/>
              </a:ext>
            </a:extLst>
          </p:cNvPr>
          <p:cNvSpPr txBox="1"/>
          <p:nvPr/>
        </p:nvSpPr>
        <p:spPr>
          <a:xfrm>
            <a:off x="3333705" y="2349073"/>
            <a:ext cx="1896894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700" dirty="0">
                <a:solidFill>
                  <a:schemeClr val="bg1"/>
                </a:solidFill>
              </a:rPr>
              <a:t>´</a:t>
            </a:r>
            <a:r>
              <a:rPr lang="pt-BR" dirty="0"/>
              <a:t>´</a:t>
            </a:r>
          </a:p>
        </p:txBody>
      </p:sp>
    </p:spTree>
    <p:extLst>
      <p:ext uri="{BB962C8B-B14F-4D97-AF65-F5344CB8AC3E}">
        <p14:creationId xmlns:p14="http://schemas.microsoft.com/office/powerpoint/2010/main" val="189584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E9138B3-0BF8-4853-CC02-A52A4780D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4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72FA69C-C7B8-E243-69C2-408D877EB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F754181-5375-7C9A-8A0B-504BFCC5BF07}"/>
              </a:ext>
            </a:extLst>
          </p:cNvPr>
          <p:cNvSpPr txBox="1"/>
          <p:nvPr/>
        </p:nvSpPr>
        <p:spPr>
          <a:xfrm>
            <a:off x="5904688" y="204281"/>
            <a:ext cx="4539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</a:rPr>
              <a:t>´</a:t>
            </a:r>
          </a:p>
        </p:txBody>
      </p:sp>
    </p:spTree>
    <p:extLst>
      <p:ext uri="{BB962C8B-B14F-4D97-AF65-F5344CB8AC3E}">
        <p14:creationId xmlns:p14="http://schemas.microsoft.com/office/powerpoint/2010/main" val="424435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B733E13-DD05-EFF7-4A02-DCC06F45B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DE40824-9D2E-13CF-F67C-58A256398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942" y="1111132"/>
            <a:ext cx="8255236" cy="558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05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F7BAA5F-DF57-7B1D-5538-D1603634C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FA2BD79-54F8-400A-FB69-51F0FB53F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91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70C0F34-B80A-7288-9537-7FAF9055B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32DB7DF-B2CE-C5BA-4DC1-7624186DB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344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540F126-F50B-A90A-2FBD-5CDE0B36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60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AE3329-B711-8F8D-07F2-10D705383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6F9CC77-72F1-8136-7545-4BA12BEE6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F0088497-F422-4251-1C72-5B5FCECD5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4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E503601-39A1-0107-28E5-E44C01D81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197553E-E461-C36E-D190-AA666C43D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1D82A78-4B1C-D1D5-3641-7031A4C42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5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50BFE74-35C4-EF57-C526-76ECBEDE7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62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81C8187-94A0-E2E9-3833-06D2E3037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134945B-A260-620A-226A-0FFF6853E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3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C53771-783D-778D-0C94-0DE2A1F11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78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F9ECC05-0783-E395-BA30-0CABBDA4B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C7CDA2-4ED7-934C-5116-DF18A4055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06A9F4E-4BBA-7F4E-0842-6D56D43E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76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B29AAD0-4B9E-40D1-4495-F5753F45DB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0CCE4DC-8AB1-91B7-F604-BDF1CC9B0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1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1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5E3C234-5AEE-7D18-A0BE-E11028936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34D7C76-FD82-FBF4-E90A-2385F65CC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3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CC98EE-15AE-66C9-19DE-C229674E6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42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F00A8FB-9933-B2F2-857F-9DAE33191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50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DA4921A-F344-7E26-EB88-444D2E392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94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85E8F2C-C906-84BD-B144-B78B4677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601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F7FB2-EE77-A8C8-0559-A16EB990B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280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4E37794-A7FF-8A6E-FF57-D6B33B3D0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41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A01C217-1F99-BF9F-2811-7E8E6608A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90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3C14FFE-1F76-7045-A573-B874F8067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2894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241072-3AA7-858B-B10B-521FD8C1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30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65</Words>
  <Application>Microsoft Office PowerPoint</Application>
  <PresentationFormat>Widescreen</PresentationFormat>
  <Paragraphs>9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Arial</vt:lpstr>
      <vt:lpstr>Bernard MT Condensed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xavier N</dc:creator>
  <cp:lastModifiedBy>xavier N</cp:lastModifiedBy>
  <cp:revision>9</cp:revision>
  <dcterms:created xsi:type="dcterms:W3CDTF">2026-08-24T18:08:02Z</dcterms:created>
  <dcterms:modified xsi:type="dcterms:W3CDTF">2026-09-18T13:23:46Z</dcterms:modified>
</cp:coreProperties>
</file>